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Characterization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Small Language Model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Progress Report (Feb 5 - Feb 11, 2026)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KeonSoo | UNLV Research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Goal &amp; Context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Proposal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analyze and refine training datasets for Small Language Models by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their inherent characteristics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Rather than simply filtering data, deeply understand what different data sources offer.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of 16 (25% complete)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Characterization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dataset properties through multi-dimensional metrics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domain coverage, quality, difficulty, and redundancy under computational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Journey: Learning from Failures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1-3: Initial explorations revealed critical constraints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3716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Attempt 1: Graph-Based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prerequisite graphs for K-12 curriculum hierarchy. Failed because cross-cutting concepts (e.g., "algebraic geometry") cannot be assigned to single nodes. Graph structure too rigid for multi-domain documents.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71600"/>
            <a:ext cx="13716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Attempt 2: SentenceTransformers Embeddings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using all-MiniLM-L6-v2 for semantic embeddings. HuggingFace model downloads blocked by remote proxy (403 Forbidden). Cannot rely on external model downloads in production environment.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13716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Attempt 3: GPT-2 Perplexity 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planned GPT-2 for text quality measurement. Model download (550MB) failed in remote environment. Even with local cache, GPU requirements too demanding for 200K+ paragraphs.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017520"/>
            <a:ext cx="13716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Attempt 4: Direct Khan Academy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scraping Khan Academy content directly. API returned 410 Gone (deprecated ~2023). Backup HuggingFace datasets blocked by proxy. Required pivot to Cosmopedia synthetic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Pragmatic Trade-offs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from ideal to achievable — optimizing for remote execution and offline capability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37160" cy="1325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Vector-Based Multi-Label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graphs with cosine similarity between document vectors and course prototypes. Allows soft assignment: text can be 60% Math + 40% Physics. Inspired by multi-head attention mechanisms.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71600"/>
            <a:ext cx="137160" cy="1325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TF-IDF Instead of Transformers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sklearn TfidfVectorizer (300-dim sparse vectors). Works completely offline, no model downloads. Trade-off: lexical similarity vs semantic, but sufficient for domain classification.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137160" cy="1325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Rule-Based Educational Markers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perplexity with regex pattern matching for educational signals: examples ("for example"), explanations ("because"), structure ("first", "second"). Fast, interpretable, no GPU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926080"/>
            <a:ext cx="137160" cy="1325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HuggingFace Cosmopedia Dataset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Cosmopedia's Khan Academy subset (18,764 entries). Synthetic but preserves taxonomy structure. Dual download strategy: datasets library → parquet API fallback for proxy resilience.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Pipeline: 5 Metrics Across 3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Khan Taxonomy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for 100 course-level prototypes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365760" cy="32004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188720"/>
            <a:ext cx="27432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5603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Corpus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LSH + TF-IDF matrix (15GB)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554480"/>
            <a:ext cx="365760" cy="32004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188720"/>
            <a:ext cx="27432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280160"/>
            <a:ext cx="25603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5 Metrics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Per-paragraph analysis (479MB output)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164592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33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concepts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2560320"/>
            <a:ext cx="164592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2633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2560320"/>
            <a:ext cx="164592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2633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Flesch-Kincaid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lexical diversity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06440" y="2560320"/>
            <a:ext cx="164592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2633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similarity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2560320"/>
            <a:ext cx="164592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2633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log-loss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383280"/>
            <a:ext cx="27432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474720"/>
            <a:ext cx="25603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Dataset Analysis Complete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4747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18,764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Concepts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(82%), Science (9%), Social Studies (7%)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4747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3035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Tiny-Textbooks Docs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batches, synthetic educational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khan_taxonomy.json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108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MB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course prototypes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corpus_index.pkl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+ TF-IDF index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khan_analysis.jsonl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MB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Paragraph-level metrics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tiny_textbooks_analysis.jsonl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 MB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Paragraph-level metrics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Decisions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2 weeks of iteration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44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&gt; Graph-Based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soft assignment allows documents to span multiple domains probabilistically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cross-cutting concepts like "algebraic geometry" (Math 60% + Geometry 40%)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40280"/>
            <a:ext cx="914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134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&gt; SentenceTransformers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 requires offline capability; no external model downloads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lexical for semantic similarity, but sufficient for domain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914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82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&gt; Perplexity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markers (examples, explanations) detectable via regex without GPU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6393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quality metrics; validates synthetic data educational 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77640"/>
            <a:ext cx="914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507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&gt; Monolithic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297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produces reusable artifacts; failures don't cascade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5079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iterate on metrics independently; easy to add new dimensions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(Week 5-6)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(This Week)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Generation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Visualize domain distribution, quality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 (100 samples)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Compute precision/recall for domain classification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Optimize MIN_SIMILARITY (currently 0.1)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(2 Weeks)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Processing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Complete Tiny-Textbooks (all 42 batches)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Comparison Analysis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Khan vs Tiny-Textbooks quality/coverage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Additional Sources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Wikipedia, C4 sampled subsets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2 Weeks of Iteration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6400800" cy="2011680"/>
          </a:xfrm>
          <a:prstGeom prst="rect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219456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Failed fast: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→ Vector-based, SBERT → TF-IDF, Perplexity → Rules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pragmatically: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remote execution, offline capability, modular design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Delivered metrics: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 (Domain, Quality, Difficulty, Redundancy, Perplexity)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Analyzed scale: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~200,000 paragraphs, 479 MB output, ready for dashboard visualization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Validate, tune, expand to larger corpora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Characterization for SLM Training - Week 4 Progress</dc:title>
  <dc:subject>PptxGenJS Presentation</dc:subject>
  <dc:creator>KeonSoo</dc:creator>
  <cp:lastModifiedBy>KeonSoo</cp:lastModifiedBy>
  <cp:revision>1</cp:revision>
  <dcterms:created xsi:type="dcterms:W3CDTF">2026-02-11T18:58:21Z</dcterms:created>
  <dcterms:modified xsi:type="dcterms:W3CDTF">2026-02-11T18:58:21Z</dcterms:modified>
</cp:coreProperties>
</file>